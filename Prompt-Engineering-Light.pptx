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3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49440" y="274320"/>
            <a:ext cx="2103120" cy="2103120"/>
          </a:xfrm>
          <a:prstGeom prst="ellipse">
            <a:avLst/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60920" y="685800"/>
            <a:ext cx="1280160" cy="1280160"/>
          </a:xfrm>
          <a:prstGeom prst="ellipse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talk to AI — and get the best results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097280" cy="36576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 |  System &amp; User Prompts  |  Zero-Shot  |  Few-Shot  |  Patterns  |  Evaluation  |  Chain of Thought  |  Role-Based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We Will Cover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225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19656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81965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37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— The 4 Parts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04495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vs User Prompt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27024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427024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288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20700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2070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225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1819656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181965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837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Evaluation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2432304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243230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(CoT)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3044952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04495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Prompting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54880" y="365760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CoT + Role-Based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= asking AI the right way. The better your question, the better the AI's answer.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Meaning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3694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clear, specific instructions and it gives you better answers.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25146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2825496"/>
            <a:ext cx="36941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Saves time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back-and-forth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Better quality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 understands exactly what you need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Consistent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 prompt = same quality every 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611880"/>
          </a:xfrm>
          <a:prstGeom prst="roundRect">
            <a:avLst>
              <a:gd name="adj" fmla="val 1519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1591056"/>
            <a:ext cx="378561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Bad prompt:
</a:t>
            </a: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descriptions"
</a:t>
            </a: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75-word product descriptions. Include: name, 3–4 key features, price range, target customer. Use persuasive language. One paragraph."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ready-to-publish descriptions — saves 10+ hours/week.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the instruction or question you give to AI — like a message to a smart assistant.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1234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87168" y="1298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87168" y="16824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87168" y="1993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08576" y="16824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08576" y="1993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limits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9984" y="1234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29984" y="1298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9984" y="16824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9984" y="1993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look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2880360"/>
            <a:ext cx="8083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all 4 parts in one prompt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3191256"/>
            <a:ext cx="80832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API documentation  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user authentication and payment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endpoint description under 150 words, use technical language, include error codes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Markdown: Endpoint | Method | Parameters | Response | Error Codes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— The 4 Essential Parts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good prompt like a recipe. You need all 4 ingredients to get the best result.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06240" cy="1645920"/>
          </a:xfrm>
          <a:prstGeom prst="roundRect">
            <a:avLst>
              <a:gd name="adj" fmla="val 3333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Task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3877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AI what to do.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'Generate API documentation'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206240" cy="1645920"/>
          </a:xfrm>
          <a:prstGeom prst="roundRect">
            <a:avLst>
              <a:gd name="adj" fmla="val 3333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2801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Context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5192" y="1591056"/>
            <a:ext cx="3877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AI background info.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'For a REST API handling payments'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4206240" cy="1645920"/>
          </a:xfrm>
          <a:prstGeom prst="roundRect">
            <a:avLst>
              <a:gd name="adj" fmla="val 3333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309067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Constraints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3401568"/>
            <a:ext cx="3877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rules.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'Under 150 words, use technical language'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999232"/>
            <a:ext cx="4206240" cy="1645920"/>
          </a:xfrm>
          <a:prstGeom prst="roundRect">
            <a:avLst>
              <a:gd name="adj" fmla="val 3333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65192" y="309067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Format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65192" y="3401568"/>
            <a:ext cx="3877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the answer should look.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'Markdown with specific sections'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vs User Prompt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hiring someone — system prompt = job description; user prompt = today's task.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611880"/>
          </a:xfrm>
          <a:prstGeom prst="roundRect">
            <a:avLst>
              <a:gd name="adj" fmla="val 1519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System Prompt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378561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at the start
</a:t>
            </a: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the same for the whole conversation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professional support agent for TechCorp. Be friendly, keep replies under 100 words. If you cannot solve the issue, escalate to a human."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3611880"/>
          </a:xfrm>
          <a:prstGeom prst="roundRect">
            <a:avLst>
              <a:gd name="adj" fmla="val 1519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803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User Prompt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8032" y="1591056"/>
            <a:ext cx="378561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 each message
</a:t>
            </a: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specific task right now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order hasn't arrived after 2 weeks"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return this product?"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app keeps crashing"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 — No Examples Needed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to do something without showing any examples. Works best for simple, clear tasks.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37856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a clear instruction. No examples. The AI uses what it already knows.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simple, common tasks.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260604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2916936"/>
            <a:ext cx="37856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unusual tasks. If rules are unclear, the AI may guess wrong.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Few-Shot (show examples).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1591056"/>
            <a:ext cx="378561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"Classify the article into:
Technology, Business, Health, Sports, or Entertainment.
Article: [article text]
Category: ?"
</a:t>
            </a: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correctly — no examples needed!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88620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25312" y="388620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388620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80760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uses training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42632" y="388620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388620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0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Answer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— Show Examples First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2–3 examples of what you want, then ask the AI to do the same for new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0F0"/>
          </a:solidFill>
          <a:ln w="9525">
            <a:solidFill>
              <a:srgbClr val="F5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→ 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Sometimes wrong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2316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1581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+ Instruction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Usually correct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2779776"/>
            <a:ext cx="364845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show the AI the exact pattern you expect. Without them, it may guess wrong.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few-shot for anything unusual or where format matters a lot.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114800" cy="3611880"/>
          </a:xfrm>
          <a:prstGeom prst="roundRect">
            <a:avLst>
              <a:gd name="adj" fmla="val 1519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2803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28032" y="1591056"/>
            <a:ext cx="378561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"Great product but shipping took 3 weeks"
Sentiment: Positive
Reason: Good product quality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"Terrible quality, broke after 1 day"
Sentiment: Negative
Reason: Poor durability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analyze:
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"Love the design but color faded quickly"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?    Reason: 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 — Reusable Templates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 are like recipes — once you find one that works, reuse it every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Question Pattern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</a:t>
            </a: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[topic]?"
</a:t>
            </a: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need quick facts or simple answers.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 Pattern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</a:t>
            </a: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[role]. [Task]"
</a:t>
            </a: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want expert-level answers.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Format Pattern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</a:t>
            </a: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the answer as [format]"
</a:t>
            </a: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need structured output: lists, tables, etc.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999232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Step-by-Step Pattern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4564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</a:t>
            </a: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"Solve this step by step: [problem]"
</a:t>
            </a: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complex tasks where you want to see the reasoning.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Evaluation — Does Your Prompt Work?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get an answer from the AI, check it using these 5 criteria.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700784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factually correct?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39112" y="11887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39112" y="12435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Relevance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39112" y="1700784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on-topic and useful?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30752" y="11887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30752" y="12435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Clarity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30752" y="1700784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easy to understand?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2392" y="11887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22392" y="12435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Consistency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22392" y="1700784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 every time?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14032" y="11887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14032" y="12435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Completeness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14032" y="1700784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cover everything?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8412480" cy="205740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0352" y="2834640"/>
            <a:ext cx="8083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— if you check all 5, your prompt is GOOD. Missing 1–2? Improve and try again.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" y="3145536"/>
            <a:ext cx="808329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200-word investment summary. Include: company overview, market size, funding amount, key risks. Numbered bullet points."
</a:t>
            </a: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"TechFlow: AI platform. Market: $50B. Funding: $5M. Risks: competition." — Too brief!
</a:t>
            </a: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2–3 sentences per bullet. Now all 5 criteria are met.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— Ask AI to Show Its Thinking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giving an answer, the AI explains its reasoning step-by-step. Easier to verify and trust.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69080" cy="2011680"/>
          </a:xfrm>
          <a:prstGeom prst="roundRect">
            <a:avLst>
              <a:gd name="adj" fmla="val 3182"/>
            </a:avLst>
          </a:prstGeom>
          <a:solidFill>
            <a:srgbClr val="FFF0F0"/>
          </a:solidFill>
          <a:ln w="9525">
            <a:solidFill>
              <a:srgbClr val="F5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Chain of Thought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2064" y="164592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"Should we launch a new product line?"
</a:t>
            </a: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"Yes, launch it."
</a:t>
            </a: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 reasoning. Hard to trust.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2011680"/>
          </a:xfrm>
          <a:prstGeom prst="roundRect">
            <a:avLst>
              <a:gd name="adj" fmla="val 2727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803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Chain of Thought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8032" y="1591056"/>
            <a:ext cx="3785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"Should we launch? Show reasoning:
1) Market demand  2) Competition
3) Resources  4) Revenue
5) Risks  6) Recommendation"
</a:t>
            </a: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Clear logic you can evaluate.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3871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3429000"/>
            <a:ext cx="8083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Chain of Thought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3739896"/>
            <a:ext cx="80832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Complex decisions where logic matters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Tasks where you need to verify the AI's reasoning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Any situation where accuracy is critical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Prompting — Give the AI an Expert Role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what role to play. This shapes its expertise, tone, and style — like hiring a specialist.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69080" cy="2011680"/>
          </a:xfrm>
          <a:prstGeom prst="roundRect">
            <a:avLst>
              <a:gd name="adj" fmla="val 3182"/>
            </a:avLst>
          </a:prstGeom>
          <a:solidFill>
            <a:srgbClr val="FFF0F0"/>
          </a:solidFill>
          <a:ln w="9525">
            <a:solidFill>
              <a:srgbClr val="F5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2064" y="164592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"How do we scale our SaaS business?"
</a:t>
            </a: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Generic advice about marketing and hiring. Not very useful.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2011680"/>
          </a:xfrm>
          <a:prstGeom prst="roundRect">
            <a:avLst>
              <a:gd name="adj" fmla="val 2727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8032" y="12801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8032" y="1591056"/>
            <a:ext cx="3785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"You are a SaaS growth consultant with 15 years scaling B2B companies from $1M to $100M ARR. We're at $2M ARR. Top 3 priorities for the next 12 months?"
</a:t>
            </a: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Specific, expert-level, actionable advice.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3871"/>
            </a:avLst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3429000"/>
            <a:ext cx="8083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Move — Combine Role + Chain of Thought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3739896"/>
            <a:ext cx="80832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healthcare M&amp;A advisor with 20 years experience. Evaluate acquiring MediTech Inc. Step by step: 1) Strategic fit  2) Financial analysis  3) Integration risks  4) Synergies  5) Timeline  6) Recommendation"
</a:t>
            </a: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Expert analysis with transparent reasoning you can share with the board.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2011680" cy="2011680"/>
          </a:xfrm>
          <a:prstGeom prst="ellipse">
            <a:avLst/>
          </a:prstGeom>
          <a:solidFill>
            <a:srgbClr val="FEF6EF"/>
          </a:solidFill>
          <a:ln w="9525">
            <a:solidFill>
              <a:srgbClr val="FAD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06640" y="731520"/>
            <a:ext cx="1280160" cy="1280160"/>
          </a:xfrm>
          <a:prstGeom prst="ellipse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attention.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914400" cy="36576"/>
          </a:xfrm>
          <a:prstGeom prst="rect">
            <a:avLst/>
          </a:prstGeom>
          <a:solidFill>
            <a:srgbClr val="F5C89A"/>
          </a:solidFill>
          <a:ln w="12700">
            <a:solidFill>
              <a:srgbClr val="F5C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 |  System &amp; User Prompts  |  Zero-Shot  |  Few-Shot  |  Patterns  |  Evaluation  |  Chain of Thought  |  Role-Based Prompting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1477</Words>
  <Application>Microsoft Office PowerPoint</Application>
  <PresentationFormat>On-screen Show (16:9)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</dc:title>
  <dc:subject>PptxGenJS Presentation</dc:subject>
  <dc:creator>PptxGenJS</dc:creator>
  <cp:lastModifiedBy>Likhitha Chelakapalli</cp:lastModifiedBy>
  <cp:revision>2</cp:revision>
  <dcterms:created xsi:type="dcterms:W3CDTF">2026-06-17T09:39:51Z</dcterms:created>
  <dcterms:modified xsi:type="dcterms:W3CDTF">2026-06-17T10:24:53Z</dcterms:modified>
</cp:coreProperties>
</file>